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5EFF"/>
          </a:solidFill>
          <a:ln/>
        </p:spPr>
      </p:sp>
      <p:pic>
        <p:nvPicPr>
          <p:cNvPr id="3" name="Image 0" descr="/home/claude/report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566928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914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INTERNSHIP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743200"/>
            <a:ext cx="548640" cy="0"/>
          </a:xfrm>
          <a:prstGeom prst="line">
            <a:avLst/>
          </a:prstGeom>
          <a:noFill/>
          <a:ln w="25400">
            <a:solidFill>
              <a:srgbClr val="2F5E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788920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Evaluation of</a:t>
            </a:r>
            <a:endParaRPr lang="en-US" sz="3000" dirty="0"/>
          </a:p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Technologies &amp; GFX Design Tools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conducted during the internship at Espotz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5349240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532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Raunak Surendra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2410030569  |  Batch 2024–2028  |  B.Tech CSE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5532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— Esports Tournament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&amp; Internship Overview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488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Raunak Surendra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06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606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2410030569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083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0632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520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2024–2028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9227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9776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1737360"/>
            <a:ext cx="0" cy="4480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— Esports Tournament Platform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25511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606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2606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Intern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30083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Research &amp; Evaluation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0" y="34655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3520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Platform Engineering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3922776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3977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Monorepo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Profile: Espotz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is a competitive esports tournament platform providing end-to-end infrastructure for organizing, running, and promoting online gaming tournaments — with an initial focus on Valorant.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2606040" cy="0"/>
          </a:xfrm>
          <a:prstGeom prst="line">
            <a:avLst/>
          </a:prstGeom>
          <a:noFill/>
          <a:ln w="25400">
            <a:solidFill>
              <a:srgbClr val="2F5E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Management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862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organizers to create, configure, and run tournaments end to end.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2560320"/>
            <a:ext cx="2606040" cy="0"/>
          </a:xfrm>
          <a:prstGeom prst="line">
            <a:avLst/>
          </a:prstGeom>
          <a:noFill/>
          <a:ln w="25400">
            <a:solidFill>
              <a:srgbClr val="2F5E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46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 &amp; Team Onboarding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8862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onboarding flows for players and teams.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2606040" cy="0"/>
          </a:xfrm>
          <a:prstGeom prst="line">
            <a:avLst/>
          </a:prstGeom>
          <a:noFill/>
          <a:ln w="25400">
            <a:solidFill>
              <a:srgbClr val="2F5E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46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Match Data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8862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and bracket progression feeding standings.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2560320"/>
            <a:ext cx="2606040" cy="0"/>
          </a:xfrm>
          <a:prstGeom prst="line">
            <a:avLst/>
          </a:prstGeom>
          <a:noFill/>
          <a:ln w="25400">
            <a:solidFill>
              <a:srgbClr val="2F5E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246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Promo Graphics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8862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branded graphics for social media.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Context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37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Technology Gap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146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had no in-product way to communicate during a tournament, relying on external tools like Discord.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needed an evidence-based answer on which real-time messaging technology fits Espotz's scale, latency, and cost constraints.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incorrectly at this early stage would be costly to reverse later.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737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GFX Tooling Gap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5146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Espotz's automated GFX pipeline needed a growing library of on-brand visual templates.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needed comparison on design flexibility, hand-off ease into the React pipeline, and iteration speed.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tooling choice risked slowing every future template built on top of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0" cy="4480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Research Objectives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Chat Tech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candidate real-time messaging technologies across self-hosted, managed, and SDK-based approaches.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194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Criteria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651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evaluation criteria — latency, scalability, cost, integration effort — before comparing.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194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Chat POCs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651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the strongest chat candidates to validate real-world behaviour beyond documentation.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89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GFX Tools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463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design/templating tools compatible with Espotz's React-based GFX pipeline.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389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Templates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48463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sample GFX templates with leading candidates to test flexibility and integration effort.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389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 Findings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8463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comparisons into a clear recommendation for the engineering team.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Technology — Candidate Comparison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10789920" cy="502920"/>
          </a:xfrm>
          <a:prstGeom prst="rect">
            <a:avLst/>
          </a:prstGeom>
          <a:solidFill>
            <a:srgbClr val="1A1D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5176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WebSocket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Real-Time Service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Chat SDK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24028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architectural control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24028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managed layer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24028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vendor-defined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807208"/>
            <a:ext cx="10789920" cy="566928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8072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Overhead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807208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scaling/reliability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807208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overhead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807208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overhead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741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Speed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3374136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stand up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374136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374136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941064"/>
            <a:ext cx="10789920" cy="566928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9410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3941064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3941064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3941064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5079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4507992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on existing backend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577840" y="4507992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pub/sub service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4507992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chat widget SDK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1737360"/>
            <a:ext cx="0" cy="333756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validated with a small, tournament-room-scoped chat prototype to measure real latency and integration friction.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GFX Tooling — Candidate Comparison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Tools (Figma-style)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visual design flexibility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fast iteration &amp; review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manual hand-off to code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React-Component Templating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0632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directly into existing pipeline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brand theming automatically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initial design iteration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0" cy="3749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5623560"/>
            <a:ext cx="1088136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templates were prototyped with each candidate to test integration into a production-ready, themeable React component.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Methodology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E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broad shortlist of available tools/approaches for chat and GFX tooling.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1965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E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Criteria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063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upfront evaluation criteria — latency, cost, scalability, design flexibility.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965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(POC)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063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hands-on proof-of-concept prototypes for the strongest candidates.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96528" y="1965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0" y="19202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3063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findings into an evidence-backed recommendation.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Outcomes &amp; Demonstrated Skills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criteria-based comparison of candidate real-time chat technologies, backed by hands-on POC testing.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78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78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recommended chat technology direction for Espotz's future in-tournament chat feature.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19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198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criteria-based comparison of GFX/design tooling approaches, validated with working sample templates.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61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611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recommended GFX tooling direction that fits cleanly into Espotz's existing rendering pipeline.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74336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102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in structured technology evaluation — criteria, POCs, and communicating trade-offs.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56032" cy="27432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Verification Details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Title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Evaluation of Chat Technologies and GFX Design Tools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95144"/>
            <a:ext cx="10881360" cy="512064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29514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295144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— Competitive Esports Tournament Platform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0720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807208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Intern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10881360" cy="512064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31927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31927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83133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831336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and Engineering (2024–2028)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10881360" cy="512064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434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34340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8554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855464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2410030569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17830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3675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Attach the official internship completion certificate and offer letter alongside this report.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ESPOTZ INTERNSHIP  —  SINGH RAUNAK SURENDRA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5E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8680" y="3337560"/>
            <a:ext cx="640080" cy="0"/>
          </a:xfrm>
          <a:prstGeom prst="line">
            <a:avLst/>
          </a:prstGeom>
          <a:noFill/>
          <a:ln w="25400">
            <a:solidFill>
              <a:srgbClr val="2F5E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Raunak Surendra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2410030569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Engineering, IILM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2026-08-30T10:46:57Z</dcterms:created>
  <dcterms:modified xsi:type="dcterms:W3CDTF">2026-08-30T10:46:57Z</dcterms:modified>
</cp:coreProperties>
</file>